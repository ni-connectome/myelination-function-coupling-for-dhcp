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Dec 11,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312 identifiers, 312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28467"/>
            <a:ext cx="10911535" cy="479463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882235" y="1665465"/>
            <a:ext cx="1042722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355492" y="1665465"/>
            <a:ext cx="7480711"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GenesID_PPIColorByCluster.png"/>
          <p:cNvPicPr>
            <a:picLocks noChangeAspect="1"/>
          </p:cNvPicPr>
          <p:nvPr/>
        </p:nvPicPr>
        <p:blipFill>
          <a:blip r:embed="rId3"/>
          <a:stretch>
            <a:fillRect/>
          </a:stretch>
        </p:blipFill>
        <p:spPr>
          <a:xfrm>
            <a:off x="640080" y="1689208"/>
            <a:ext cx="10911535" cy="5073155"/>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GenesID_MCODE_ALL_PPIColorByCluster.png"/>
          <p:cNvPicPr>
            <a:picLocks noChangeAspect="1"/>
          </p:cNvPicPr>
          <p:nvPr/>
        </p:nvPicPr>
        <p:blipFill>
          <a:blip r:embed="rId3"/>
          <a:stretch>
            <a:fillRect/>
          </a:stretch>
        </p:blipFill>
        <p:spPr>
          <a:xfrm>
            <a:off x="1518739" y="1665465"/>
            <a:ext cx="9154216"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GenesID</a:t>
                      </a:r>
                    </a:p>
                  </a:txBody>
                  <a:tcPr/>
                </a:tc>
                <a:tc>
                  <a:txBody>
                    <a:bodyPr/>
                    <a:lstStyle/>
                    <a:p>
                      <a:r>
                        <a:t>GO:0098552|side of membrane|-17.2;GO:0043235|receptor complex|-15.9;GO:0009897|external side of plasma membrane|-15.1</a:t>
                      </a:r>
                    </a:p>
                  </a:txBody>
                  <a:tcPr/>
                </a:tc>
              </a:tr>
              <a:tr h="640080">
                <a:tc>
                  <a:txBody>
                    <a:bodyPr/>
                    <a:lstStyle/>
                    <a:p>
                      <a:r>
                        <a:t>GenesID_MCODE_ALL</a:t>
                      </a:r>
                    </a:p>
                  </a:txBody>
                  <a:tcPr/>
                </a:tc>
                <a:tc>
                  <a:txBody>
                    <a:bodyPr/>
                    <a:lstStyle/>
                    <a:p>
                      <a:r>
                        <a:t>GO:0042611|MHC protein complex|-12.7;GO:0098552|side of membrane|-12.5;GO:0098797|plasma membrane protein complex|-12.4</a:t>
                      </a:r>
                    </a:p>
                  </a:txBody>
                  <a:tcPr/>
                </a:tc>
              </a:tr>
              <a:tr h="640080">
                <a:tc>
                  <a:txBody>
                    <a:bodyPr/>
                    <a:lstStyle/>
                    <a:p>
                      <a:r>
                        <a:t>GenesID_SUB1_MCODE_1</a:t>
                      </a:r>
                    </a:p>
                  </a:txBody>
                  <a:tcPr/>
                </a:tc>
                <a:tc>
                  <a:txBody>
                    <a:bodyPr/>
                    <a:lstStyle/>
                    <a:p>
                      <a:r>
                        <a:t>GO:0007200|phospholipase C-activating G protein-coupled receptor signaling pathway|-8.4;GO:0001664|G protein-coupled receptor binding|-6.8;GO:0006954|inflammatory response|-6.7</a:t>
                      </a:r>
                    </a:p>
                  </a:txBody>
                  <a:tcPr/>
                </a:tc>
              </a:tr>
              <a:tr h="640080">
                <a:tc>
                  <a:txBody>
                    <a:bodyPr/>
                    <a:lstStyle/>
                    <a:p>
                      <a:r>
                        <a:t>GenesID_SUB1_MCODE_2</a:t>
                      </a:r>
                    </a:p>
                  </a:txBody>
                  <a:tcPr/>
                </a:tc>
                <a:tc>
                  <a:txBody>
                    <a:bodyPr/>
                    <a:lstStyle/>
                    <a:p>
                      <a:r>
                        <a:t>GO:0061629|RNA polymerase II-specific DNA-binding transcription factor binding|-8.3;GO:0140297|DNA-binding transcription factor binding|-7.6;GO:0045648|positive regulation of erythrocyte differentiation|-7.3</a:t>
                      </a:r>
                    </a:p>
                  </a:txBody>
                  <a:tcPr/>
                </a:tc>
              </a:tr>
              <a:tr h="640080">
                <a:tc>
                  <a:txBody>
                    <a:bodyPr/>
                    <a:lstStyle/>
                    <a:p>
                      <a:r>
                        <a:t>GenesID_SUB1_MCODE_3</a:t>
                      </a:r>
                    </a:p>
                  </a:txBody>
                  <a:tcPr/>
                </a:tc>
                <a:tc>
                  <a:txBody>
                    <a:bodyPr/>
                    <a:lstStyle/>
                    <a:p>
                      <a:r>
                        <a:t>GO:0042613|MHC class II protein complex|-9.8;GO:0042611|MHC protein complex|-9.3;GO:0023026|MHC class II protein complex binding|-9.2</a:t>
                      </a:r>
                    </a:p>
                  </a:txBody>
                  <a:tcPr/>
                </a:tc>
              </a:tr>
              <a:tr h="640080">
                <a:tc>
                  <a:txBody>
                    <a:bodyPr/>
                    <a:lstStyle/>
                    <a:p>
                      <a:r>
                        <a:t>GenesID_SUB1_MCODE_4</a:t>
                      </a:r>
                    </a:p>
                  </a:txBody>
                  <a:tcPr/>
                </a:tc>
                <a:tc>
                  <a:txBody>
                    <a:bodyPr/>
                    <a:lstStyle/>
                    <a:p>
                      <a:r>
                        <a:t>GO:0033691|sialic acid binding|-9.5;GO:0031406|carboxylic acid binding|-6.6;GO:0043177|organic acid binding|-6.6</a:t>
                      </a:r>
                    </a:p>
                  </a:txBody>
                  <a:tcPr/>
                </a:tc>
              </a:tr>
              <a:tr h="640080">
                <a:tc>
                  <a:txBody>
                    <a:bodyPr/>
                    <a:lstStyle/>
                    <a:p>
                      <a:r>
                        <a:t>GenesID_SUB1_MCODE_5</a:t>
                      </a:r>
                    </a:p>
                  </a:txBody>
                  <a:tcPr/>
                </a:tc>
                <a:tc>
                  <a:txBody>
                    <a:bodyPr/>
                    <a:lstStyle/>
                    <a:p>
                      <a:r>
                        <a:t>GO:0042608|T cell receptor binding|-10.3;GO:0002483|antigen processing and presentation of endogenous peptide antigen|-9.4;GO:0042611|MHC protein complex|-9.3</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