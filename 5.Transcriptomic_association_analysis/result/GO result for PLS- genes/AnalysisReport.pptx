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Dec 11,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90 identifiers, 90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46"/>
            <a:ext cx="10911535" cy="314227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431643" y="1665465"/>
            <a:ext cx="9328408"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638466" y="1665465"/>
            <a:ext cx="8914763"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GenesID_PPIColorByCluster.png"/>
          <p:cNvPicPr>
            <a:picLocks noChangeAspect="1"/>
          </p:cNvPicPr>
          <p:nvPr/>
        </p:nvPicPr>
        <p:blipFill>
          <a:blip r:embed="rId3"/>
          <a:stretch>
            <a:fillRect/>
          </a:stretch>
        </p:blipFill>
        <p:spPr>
          <a:xfrm>
            <a:off x="1182608" y="1665465"/>
            <a:ext cx="982647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GenesID</a:t>
                      </a:r>
                    </a:p>
                  </a:txBody>
                  <a:tcPr/>
                </a:tc>
                <a:tc>
                  <a:txBody>
                    <a:bodyPr/>
                    <a:lstStyle/>
                    <a:p>
                      <a:r>
                        <a:t>GO:0008016|regulation of heart contraction|-3.6;GO:0008134|transcription factor binding|-3.5;GO:0120035|regulation of plasma membrane bounded cell projection organization|-3.4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